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4 of the AI-engineering course. prompt → context → harness → loop → graph. The harness decides where work can safely happen; the loop decides what happens next and when it stops. Four parts — the foundations, building the loop, autonomy and improvement, running it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changes from "how do I phrase this?" to "what cycle re-prompts the agent, checks it, and decides when it quits?" Osmani: replace yourself as the person who prompts the agent. A loop is dynamic, unlike a chain: feedback changes the next step.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source describes the same cycle. KodeKloud adds the step the others leave implicit: a pass that improves the score is committed before the next pass starts.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first: one small validated win saved before adding anything. Then add parts only when a real failure demands them. Build a loop only when the work repeats and a scorekeeper can validate it; otherwise a workflow or a good prompt is cheaper.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a full harness you are still inside the loop: you read the progress file and type the next instruction. Outside it, a system you designed does trigger → discover → dispatch → verify → save. Generation becomes nearly free; judgment becomes the scarce resource.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Autonomy: turn-based → goal-based → time-based → proactive (note 07). A hill-climbing loop can run at autonomy rung 1 with a human approving each rewrite.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Mastery, MindStudio and Masood agree on these five. Anthropic built Claude Code around one loop and extracted the Agent SDK: the loop is the reusable object, not the prompt inside it.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line except the two model lines is yours. The save and roll-back lines come from KodeKloud and make progress a ratchet (note 09).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tool, which arguments, reflect or not, stop or not. The decision model most accurate on isolated questions solved only 69.5% of agent tasks. Same lesson as the scorekeeper.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 variants inside the agent loop: ReAct (adaptive, can wander), Plan-then-Act (predictable, brittle), Plan-and-Revise (the usual production compromise). For long work the plan lives in a file. Workflow → loop → graph: move right only when the task forces you to.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loop the generator runs cheaply, over and over. The scorekeeper decides whether that motion turns into value or slop. LangChain: verification adds latency and cost; worth it when quality matters more than speed.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loop can pass by faking outputs or editing the tests, the score becomes a lie. A sudden jump in score is a reason to look, not to celebrate.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Enforce the boundary structurally: file permissions, a hook that blocks writes, a separate repo. Instructions are suggestions; permissions are rules. Layering: deterministic checks first, a rubric graded by a separate model above that floor, humans for taste.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Condensed from the checker prompt in note 03. The maker does one small change, runs build, lint and tests itself and hands over where to look hardest. The original project-07 prompt told the checker that finding nothing was failure; this version deletes that line.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Osmani and KodeKloud list the same six. Osmani's names: heartbeat, parallel safety, intent preservation, environmental integration, separation of concerns, the spine.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access (merge, delete, manage permissions): avoid, or put a human approval in front and audit every use. Sub-agents return only the result; the main loop never sees the messy middle.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six parts fit into one pass. One small change per pass keeps every step testable and revertible.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 each pass the smallest set of high-signal tokens the next step needs: just-in-time retrieval, compact inside the loop, offload big outputs, push heavy reads into sub-agents.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tiers: now and recent read every pass, archive only when needed. Keep memory small. Context drift: when the world changes and the notes don't, the loop acts on a stale picture with full confidence. Date every note. The full loop-state.md file is in note 05.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Simplified from the guarded ralph.sh in note 05 (the full script, with awk comparisons, git clean and a log line per pass). Each run starts with a fresh context; the filesystem carries everything between runs.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Compaction summarizes the transcript in place (one long session; risk of summary-of-a-summary drift). Reset clears the window and hands off through files (multi-session; anything not written down is lost).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level 3: the agent becomes a component running continuously. The common mistake is /loop 10m "keep implementing the payment system": each pass starts from scratch unless it reads a state file.</a:t>
            </a:r>
          </a:p>
          <a:p/>
          <a:p>
            <a:r>
              <a:t>Source: notes/06-triggers-and-schedules.md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schedule that wakes to find nothing is the most common waste at level 3. Put a cheap deterministic pre-check in front. Oded Messer's skeptical note: much of level 3 is automation rediscovered; what's new is that the thing on the cron is nondeterministic, which is why the scorekeeper carries the weight.</a:t>
            </a:r>
          </a:p>
          <a:p/>
          <a:p>
            <a:r>
              <a:t>Source: notes/06-triggers-and-schedules.md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Rungs are cumulative. Rung 2 is pivotal: the first unattended loop; a weak verifier there becomes a weak verifier at 3 and 4 where nobody watches it fail. Time-based is the right resting place for most loops. The prerequisite for rung 4 is evidential, not technical.</a:t>
            </a:r>
          </a:p>
          <a:p/>
          <a:p>
            <a:r>
              <a:t>Source: notes/07-autonomy-ladder.md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LangChain: traces → analysis agent → rewritten harness config. The slow loop runs every 5–10 runs of the fast one and reads configuration, state and logs, and raw conversation history.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book's full loop: execute a task, record the trajectory, form outcome, process and quality signals, generate candidate updates to knowledge, instructions, programs or parameters, then verify and release a new agent version.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Superdesign's triage loop rewrote its own trigger: a script that fetches the last 30 minutes of updates and wakes the agent only when work exists. If "no change" counts as failure, you have built a machine that damages itself on a schedule. Failure modes: invented improvements, state rot, compounding errors, and it can't decide whether the loop should exist.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practice/02-trajectory-verifier. Preserving experience is not learning from it. The run is rejected if any outcome or process dimension fails, whatever the average says. Over-refusal averages 0.714 and would sail through a scalar threshold.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learning means minimal diffs, not rewrites: one old → new edit with a stated scope, gated on boundary cases and a retention set. A strategy is recommended only when two non-failed trajectories support it.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Li ch. 9, Agentic Harness Engineering and Self-Harness. The change contract states predicted impact before running; the next round checks that prediction.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Stable 1.0.0 retried everything three times. The gate compiles the candidate, replays every failure (a permanent error must stop at once and open the circuit breaker) and re-checks old behaviour. The manifest records source cases, diff, checks and the candidate and rollback versions.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ReasoningBank, GEPA and Meta-Harness on four drifting task streams. Similarity-based memory localizes updates better but retrieves foreign memories. Lin et al.: harness updating is not harness benefit; diagnose with a two-way model swap.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prerequisite: an automatic gate that can fail the work. Bilevel autoresearch (Qu &amp; Lu): tuning parameters without changing the mechanism gave no reliable gain; the outer loop had to write code. Both loops use the same model, so the gain comes from loop structure.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DiscoveryRSI learns from credit assignment, harness replay and more. The loop improves on what it can measure, and the measurement is still the weak part. Fixes: separate claims from evidence, log negative results, keep diverse branches, move humans up to problem definition and stopping.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Masood's structural three: context rot, termination failure, weak verification. MindStudio adds no exit condition, repeated failures without adapting, vague goal, not enough tool access.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 after an hour of any run: how much was machine-confirmed? Can you explain the last change? How many "I'll look later"s did you never look at? Is context size trending up?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Decide the human handoff points before the first run. With a worktree per try and a commit per green pass, rollback is git reset or git worktree remove. Budgets: per pass and per run, log cost next to score, sub-agents multiply cost, route models by step.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loop that edits itself can turn one mistake into a permanent one: an injection summarized as experience fires in every later session; a malicious package gets wrapped as a tool; a faulty verifier keeps approving regressions.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Vercel durability: 'use step' makes each tool execute a checkpoint; completed steps replay from recorded output. Functions with fluid compute run up to 800s. LangGraph: a loop is an explicit cycle in the graph — the next layer, 05-graph.</a:t>
            </a:r>
          </a:p>
          <a:p/>
          <a:p>
            <a:r>
              <a:t>Source: notes/10-framework-bindings.md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documented refinement shape: InitialWriterAgent → CriticAgent → RefinerAgent, wrapped in a SequentialAgent. This is maker/checker; the critic's completion phrase is how it returns clean.</a:t>
            </a:r>
          </a:p>
          <a:p/>
          <a:p>
            <a:r>
              <a:t>Source: notes/10-framework-bindings.md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through-line: treat an autonomous run as a thermostat, not a conversation partner.</a:t>
            </a:r>
          </a:p>
          <a:p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Loop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Designing the cycle that prompts the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Loop shapes · Scorekeeper · Building blocks · Long runs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Triggers · Autonomy · Self-improvement · Guardrails ·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84124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841247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96926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8231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What a loop is · Loop shapes · The scorekeeper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85415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85415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313432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Building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26487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Building blocks · Long-running loops · Triggers and schedules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3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529583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657599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Autonomy and improvement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70655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The autonomy ladder · Self-improving loops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73752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4873752"/>
            <a:ext cx="91440" cy="1143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01768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4: Running it safely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314823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Failure modes and guardrails · Framework bindings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ai-engineering/04-loop-engineering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What a loop is · Loop shapes · The scorekeeper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143000"/>
            <a:ext cx="0" cy="457200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143000"/>
            <a:ext cx="4693615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definition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One cycle, three vocabularies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Two things before anything runs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Crossing from harness into loop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Two axes map the pillar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five required parts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canonical skeleton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Most loop decisions are multiple choice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Pick the pattern by task shape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Build the verifier first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Five traits of a scorekeeper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write boundary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checker never trusts the maker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What a loop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6547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66547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Loop engineering is designing the cycle that keeps an agent correct and productive when nobody is watching.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61314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"Stop prompting your agents and start designing the loops that prompt them." — Adnan Masood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One cycle, three vocabularies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What a loop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342246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builderclub-anthropic-agent-loop-38241240680416649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3312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922078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The loop Anthropic ships (AI Builder Club, 2026)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Classic agents: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perceive → decide → act → repeat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29971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21284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Claude Agent SDK: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gather → act → verify → repeat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04038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2953512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KodeKloud: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try → test → fix →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save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→ repeat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378104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694176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save step makes progress a ratchet. A bad pass costs one rollback, not the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things before anything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Write the scorekeeper first. Then go green once: goal → one change → score → persist.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A clear goal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 plain statement of what done looks like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1269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"Make all auth tests pass", not "improve the app"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 testable goal is a loop invariant; a vague one is an infinite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Points the 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A scorekeeper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An objective check that says whether a step helped or hurt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Test suite, build, linter, or a rubric graded by a separate 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load-bearing part, with its own note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Proves the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Crossing from harness into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Inside the loop vs outside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The moment the agent's next run starts without you typing a prompt, you've crossed from harness into loop.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04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92927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Harness engineering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 engineering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One run: tools, sandbox, hooks, verification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Many runs: what starts the next one, and when to stop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Progress file written at session end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Progress file read by the next pass to pick its own task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Generator/evaluator separation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Maker/checker as the loop's quality ceiling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Ratchet on the harness (every failure → a rule)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Ratchet on the work (score only goes up, else roll back)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axes map the pillar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Capability levels (LangChain)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Each level wraps the one before. The second axis, autonomy, is independent of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Humans stay in at every level. "Automation doesn't mean removing humans from the loop."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3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42872"/>
                <a:gridCol w="5592927"/>
                <a:gridCol w="2485745"/>
                <a:gridCol w="18643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Level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Automates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Note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 loop: model calls tools until done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02, 04, 05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Verification loop: grader feeds failures back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Quality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03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Event-driven loop: schedules and webhooks start runs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Invocation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Hill-climbing loop: traces rewrite the harness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Improvement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08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five required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A loop missing any one will hang, thrash, or quietly ship garbage.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Design the shape before the prompt. A prompt cannot fix a missing line.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5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71491"/>
                <a:gridCol w="621436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Missing it looks like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Testable goal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never finishes; scope drifts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Tool set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agent can't see consequences, so it guesses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Context management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Token overflow; it forgets what it tried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Termination logic (layered, independent)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Runs forever or stops at random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Error handling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Retries the same failed approach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canonical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model supplies two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8557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PSEUDOCODE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215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initialize state with goal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step in range(MAX_STEPS):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reason about current state      # the model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choose a concrete action        # the model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execute the tool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update state with the outcome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compact context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scorekeeper says goal met: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save; return success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score went down: roll back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no progress for N steps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or budget exhausted: escalate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escalate to human  # cap is not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"Engineering is everything wrapped around" the model (Masood)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Save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 success and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roll back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 a drop: the score only goes 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final line is an escalation, not a return 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Most loop decisions are multiple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JevAgentHarness (Zhu et al.,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cheap component in the loop is safe only once you've measured where it is wrong.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" y="1417320"/>
            <a:ext cx="6261948" cy="225893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hu-jevagentharness-fig3-6854938173649473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72184"/>
            <a:ext cx="6152220" cy="21492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3758553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Eight decision points in one step, and five ways to share control (Zhu et al., 2026, Fig. 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 small decision model scores the options: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28%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of an LLM call's time,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2.6%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of its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514600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Without a fitted threshold, delegating tool choice cut success by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19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64388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3557016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 a per-point threshold (the cascade):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81–89%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cheaper, up to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2.5×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faster, under 3 points lost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Pick the pattern by task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Vercel's order: tool use first, then reflection, then planning and multi-agent once evals exist.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2581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Atomic task, clear pass/fail. Act → check → act again with the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7963" y="1472184"/>
            <a:ext cx="82296" cy="258165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Plan–Execute–Verify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Multi-step work where order matters. Plan once, run steps, verify 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472184"/>
            <a:ext cx="82296" cy="2581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Explore–Narrow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Unfamiliar territory. Fan out in parallel, then converge on the best lead.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051" y="1472184"/>
            <a:ext cx="82296" cy="258165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Human-in-the-loop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371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Ambiguity or high stakes. Pause at decision points for approval.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Build the verifier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scorekeeper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Build the verifier before you scale the generator. A generator that can't check itself just produces plausible-looking work faster.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Anthropic's web-app agent improved once it could test features like a human would — verification, not a better prompt.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Five traits of a scorekeeper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KodeKloud's four, plus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2357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Same work gives the same result every 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2357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Automatic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One command or CI trigger. No manual step.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23570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Cheap enough to run every pass.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82211"/>
            <a:ext cx="82296" cy="223570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One unambiguous score, so the loop knows where it stands.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982211"/>
            <a:ext cx="82296" cy="22357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Hard to fake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A loop that can lower the bar will take the easiest path to green.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982211"/>
            <a:ext cx="82296" cy="2235708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Defenses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Held-out checks, tamper-proof location, auditable artifacts, watch the trend.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write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Karpathy's autoresearch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An agent that can edit its own evaluator does not have a verifier; it has a negotiation.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18806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2796463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Who writes 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train.py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search space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prepare.py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(eval)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Nobody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verifier must not be editable by the thing it grades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program.md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Human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contract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checker never trusts the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Maker and checker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MARKDOWN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Your role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You are the Checker. Be strict, and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honest in both directions.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1. Read the loop contract.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2. Read the diff, not the Maker's summary.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3. Run the scorekeeper commands yourself.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Checklist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Boundary: any file outside it changed?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Tests or scoring touched? → auto Fail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Tests: would they fail if reverted?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Score: higher, equal or lower?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Report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Verdict: PASS / FAIL / PASS WITH NOTES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 PASS needs scorekeeper output behind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Checker: fresh agent,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no maker history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stricter rules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Must be allowed to return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clean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or it invents 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2999232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ADK: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RefinerAgent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/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CriticAgent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; LangChain: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RubricMiddleware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Building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Building blocks · Long-running loops · Triggers and schedules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529080"/>
            <a:ext cx="0" cy="379984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529080"/>
            <a:ext cx="4693615" cy="3982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Six parts, each fixing one failure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each block buys a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whole loop in motion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Context is a budget, not a bucket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Memory — five fields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Ralph loop, with a ratchet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Initializer and worker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Two ways a loop runs again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Three triggers, and the cost ceilings they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Six parts, each fixing one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Add a part when you see the failure it fixes, not before.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28618"/>
                <a:gridCol w="7457236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Fixes this failure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Automations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 are still the one pressing go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Worktrees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bad try breaks main; parallel agents collide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Skills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agent re-guesses your conventions every pass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Connectors / plugins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loop can only edit local files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Sub-agents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Main context floods; the maker grades itself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Memory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Each restart forgets what was done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each block buys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18516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Worktrees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Disposable, concurrent experiments.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git worktree add ../try -b try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; a failed try costs one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remove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185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Steps, not essays, loaded only when the task matches. Skipping them is intent debt.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18516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Connectors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From "here's the fix" to "PR opened, ticket linked". Least privilege: read-only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18516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Sub-agents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Fresh context, one job, distilled return. Explorer → implementer → verifier.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whole loop in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One pass, KodeKloud's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1472184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10512" y="1674266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67426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1472184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Goal + scorekeeper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required before anything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443276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10512" y="264535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10512" y="26453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443276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Read memory, make a worktree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where did I leave off; a safe place to 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3414369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10512" y="3616452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10512" y="36164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79" y="3414369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Load the skill, make ONE change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steps for this kind of job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4385462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10512" y="458754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10512" y="45875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79" y="4385462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Score it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scorekeeper, not the agent's own claim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356555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10512" y="555863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10512" y="555863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5356555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Save or roll back, update memory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ratchet, then the next pass starts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one pass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2066544"/>
            <a:ext cx="0" cy="405993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Context is a budget, not a bucket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Long-running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 loop that runs for hours must forget on purpose and remember on disk. Progress lives in files, not in the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Context rot, context anxiety and session end all have the same 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Memory — five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Read at the start of every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"What was tried" earns its place. Without it, a fresh pass reruns the attempt that failed an hour ago.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28618"/>
                <a:gridCol w="7457236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Field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All tests in tests/auth/ pass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Last score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41/47 passing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What was tried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Mocking the clock in test_expiry: no change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What is next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Check token refresh path in auth/session.py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Waiting for a human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Approve dropping the legacy cookie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Ralph loop, with a ratchet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Huntley's loop, production-grade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3434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70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best=$(score)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((i = 1; i &lt;= MAX_ITERS; i++)); do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past_deadline &amp;&amp; exit 2       # clock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$AGENT_CMD &lt; "$PROMPT_FILE"   # fresh ctx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now=$(score)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if worse; then                # undo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git reset --hard; ((stall++))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elif better; then             # keep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git commit -qam "pass $i"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best=$now; stall=0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else ((stall++)); fi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done_check &amp;&amp; exit 0          # success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((stall &gt;= STALL_LIMIT)) &amp;&amp; exit 3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done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exit 1                          # cap !=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Iteration cap, wall-clock cap, a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done check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run by the scorekeeper, a stall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Exit codes tell success (0) from cap (1), clock (2), stall (3)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Harnesses now ship it: stop hooks,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/goal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Initializer and worker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Anthropic, long-running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Loops lean toward reset over compaction: state is already on disk, so clear the window and hand off through 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Initializer (runs once)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Turns the task into files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Feature list, progress log, scaffolding,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init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27222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4518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Commits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The plan on disk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Worker (every session)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Reads the progress log and git history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64566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Picks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one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unfinished item, implements and tests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34518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Commits, updates the log, exits cleanly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One item per session, leave the repo clean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ways a loop runs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Triggers and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notes/06-triggers-and-schedules.md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Does this thing have an end? Yes → /goal. No, it's ongoing watching → /loop.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Run-until-done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Pass after pass, immediately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Stops on the finish signal or a cap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Needs a precise done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80" i="0" b="0">
                <a:solidFill>
                  <a:srgbClr val="0F7490"/>
                </a:solidFill>
                <a:latin typeface="Menlo"/>
              </a:rPr>
              <a:t>/goal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Timer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On an interval or cron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Never stops by itself; each run is short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Must be cheap when there's nothing to 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80" i="0" b="0">
                <a:solidFill>
                  <a:srgbClr val="0F7490"/>
                </a:solidFill>
                <a:latin typeface="Menlo"/>
              </a:rPr>
              <a:t>/loop 5m</a:t>
            </a:r>
            <a:r>
              <a:rPr sz="12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/schedule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Three triggers, and the cost ceilings they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Triggers and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notes/06-triggers-and-schedules.md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Prefer events to polling. Caps per run and per day, a no-op path that exits before the model, alerts on spend.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139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0639"/>
                <a:gridCol w="3728618"/>
                <a:gridCol w="53265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Trigger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Fires on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Manual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Interactive work you're watching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Sentry error, ticket, failing CI, Slack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Investigate the alert and open a PR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Schedule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clock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Nightly test-babysitting; 30-minute migration cycles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Autonomy and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The autonomy ladder · Self-improving loops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254760"/>
            <a:ext cx="0" cy="434848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254760"/>
            <a:ext cx="4693615" cy="453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autonomy ladder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evolve loop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continual-evolution loop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Four edit targets, and the anti-busywork rule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Verify before you learn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Where the lesson goes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Self-modification is a release process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gate runs outside the model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Plasticity costs stability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autoresearch: one file, one GPU, one metric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At the frontier — recursive self-improvement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autonomy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Climb one rung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notes/07-autonomy-ladder.md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Earn each handoff with a verifier. Skipping rungs is how you get a doom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704213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70421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1 — Turn-based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tool approval within a turn. Where you learn how tasks fail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503170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73519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7351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03170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2 — Goal-based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/goal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the stop condition. Needs a measurable end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3534156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3766185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376618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3534156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3 — Time-based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/loop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the trigger to a clock. Session-scoped, your permissions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4565142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4797171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47971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4565142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4 — Proactive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/schedule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trigger and session. Needs a verifier you trust unattended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more handed off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2066544"/>
            <a:ext cx="0" cy="332841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evolve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Capability level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An evolve loop is a loop with a second, slower loop pointed at it. The fast loop does the work. The slow loop edits the fast loop.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It doesn't retrain weights; it rewrites files. Contract, state, triggers and procedure improve while the model stays fixed.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continual-evolution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AI Agents in Depth, ch.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11295583" cy="413663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-ai-agents-in-depth-fig9-1-87326788256920134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11185855" cy="4026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636251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Execute, record, form signals, generate candidate updates, verify, release (Li, 2026, Fig. 9-1, Apache-2.0)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Four edit targets, and the anti-busywork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evolve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Agents default to doing something. Make "no change needed" an explicit, successful outcome.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026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89957"/>
                <a:gridCol w="78958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Symptom that triggers 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Contract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"succeeds" on runs you'd call failures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 acts on facts that expired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Trigger logic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Wakes constantly, finds nothing to do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SOP steps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Same manual correction, every run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Verify before you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Promise–action 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8557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215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_promise_action(self, traj):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ok = {c["name"]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for c in traj["tool_calls"]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if c["result"].get("success")}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missing = [p for p in traj["promises"]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 if p["required_tool"] not in ok]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missing:          # said it, never did it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return DimensionResult(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"promise_action_consistency",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"process_rules", FAIL, 0.0,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[f"turn {p['turn']}: {p['text']}"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for p in missing],  # evidence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confidence=1.0)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Three layers: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outcome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and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process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in code,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quality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by rubric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False promise and privacy leak both average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0.571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but need different fixes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Structured, not scalar. A single 0.57 points nowhere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the lesson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Four media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Choose the smallest target that is easiest to verify and roll 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1417320"/>
            <a:ext cx="6261948" cy="263213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i-ai-agents-in-depth-fig9-3-4172704173054850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25224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4131754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Knowledge docs, prompts and Skills, programs and harness, parameters (Li, 2026, Fig. 9-3, Apache-2.0)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Starts as an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experience doc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from comparison not summary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299716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21284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Promoted to a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Skill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rule after repeated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040380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2953512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Compiled into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code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if it needs no language understanding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20900" y="3781044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0940" y="3694176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Weights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only for broad, implicit judgment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Self-modification is a release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Never overwrite stable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Branch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from stable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92619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40675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7835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Minimal patch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in a candidate dir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0374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7843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559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Checks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static, unit, security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68129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16185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345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Replay + regress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failures and old tasks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05884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5394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110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Canary or reject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never straight to stable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65830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74136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Falsifiable change contract: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root cause, expected gain, possible regression, tests for both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47642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5594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Bounded candidate space: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failures, successes to preserve, rejected attempts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109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192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Safety is not self-modifiable: validators, thresholds and audit logs stay out of reach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gate runs outside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practice/03-self-modifying-agent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61187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29717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retry = ns["should_retry"]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checks["failure_replay"] = all(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not retry(t["error_code"],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t["retryable"], 0)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for t in failures)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checks["old_task_regression"] = all((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retry("TEMPORARY_TIMEOUT", True, 2),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not retry("TEMPORARY_TIMEOUT", True, 3),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decision = ("release_to_canary"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if all(checks.values())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else "reject_candidate")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Trigger: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≥ 2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failure trajectories with the same tool and error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Patch: stop retrying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retryable=false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errors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3878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30098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Swap in an LLM patch writer: a plausible patch that breaks timeouts still gets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reject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Plasticity costs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Chen et al.,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250087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n-self-evolving-agents-continual-learners-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239114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000490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Gain on new tasks vs loss on old ones, four drift scenarios (Chen et al., 2026, Fig.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Across 12 runs: the more a method learned, the more it forgot (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 = −0.72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514600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Global edits to one shared prompt: a family's share fell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100% → 14.7%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325526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Opposite workflows → the policy rewritten into its opposite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4082796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99592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Measure separately: validity,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activation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adherence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held-out gain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autoresearch: one file, one GPU, one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worked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5410047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Agent edits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train.py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; nobody edits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prepare.py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Fixed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5 minutes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of training per try, so results compare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Better → keep and log to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results.tsv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; worse →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git reset HEAD~1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41172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2968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method lives in English, in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program.md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8756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Karpathy, 2026-03-06, ~630 lines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472184"/>
            <a:ext cx="5410047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The result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700 experiments over two days →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20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real improvements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293065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GPT-2 training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2.02 → 1.80 h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(11%)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7367" y="334518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Hit rate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under 3%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which is fine when attempts are cheap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412673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Bilevel version: outer loop writes search code,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5×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gain, same model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568756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568756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"If you have an objective metric, you are the bottleneck."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At the frontier — recursive self-improvement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DiscoveryRSI (Zhong et al.,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limit becomes verification capacity, not generation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044" y="1417320"/>
            <a:ext cx="6149972" cy="3712463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hong-discoveryrsi-fig1-156008798655193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08" y="1472184"/>
            <a:ext cx="6040244" cy="3602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212080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Hits in later research, quality over two RSI rounds, human-rated gain (Zhong et al., 2026, Fig. 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Task horizon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doubling every ~4 months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; &gt;80% of Anthropic's merged code by Claude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514600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Quality is an automated rubric; best hit rate vs later papers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6.3%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325526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Open-ended work: implementation drift, over-optimism, missing taste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EA5C9"/>
                </a:solidFill>
                <a:latin typeface="Helvetica Neu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Running it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Failure modes and guardrails · Framework bindings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273935"/>
            <a:ext cx="0" cy="231013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273935"/>
            <a:ext cx="4693615" cy="2493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traps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four silent costs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Layered exits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Guardrails for self-modifying loops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same loop parts in three frameworks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ADK: the critic/refiner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Failure modes (KodeKloud, Masood)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72184"/>
          <a:ext cx="11185854" cy="3614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3915049"/>
                <a:gridCol w="4474342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Trap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Symptom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Fix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No scorekeeper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Results inconsistent or meaningless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Write it first; objective and hard to game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Goal too big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Never finishes; scope drifts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Cut to one small testable piece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Cheating the tests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Green score, wrong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Protect the scorekeeper; held-out checks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Thrashing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Lots of change, no improvement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Smaller goal, smaller changes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Context rot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Memory degrades as the transcript grows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Summarize and prune inside the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Unsafe autonomy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Risky commands or sweeping edits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Narrow write scope; approval gates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four silent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Osmani: they don't show up in traces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"Build it like someone who intends to stay the engineer, not just the person who presses go."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315163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Verification debt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"Looks fine" stands in for "confirmed". Make stop conditions machine-checkable.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7963" y="1472184"/>
            <a:ext cx="82296" cy="315163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Comprehension rot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Code ships faster than you understand it. Fast loops require fast reading.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472184"/>
            <a:ext cx="82296" cy="315163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1655064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Cognitive surrender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2356104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"The comfortable posture is the dangerous one." You take what it returns without an opinion.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051" y="1472184"/>
            <a:ext cx="82296" cy="315163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Token blowout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371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Context grows roughly quadratically. Compaction or reset from the first loop.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Layered exits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Several independent ways to stop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two ratchet rules: the score only goes up, and fix breaks before adding more.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950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4474342"/>
                <a:gridCol w="391504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Fires when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Success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Scorekeeper confirms the goal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Save, report, stop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Iteration cap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 passes reached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Escalate. The cap isn't success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Budget cap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Tokens, dollars or wall-clock spent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Escalate with state saved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Stall detector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Score flat for K passes, or same action repeated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Change strategy once, then escalate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Human escalation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Blocker, irreversible action, judgment call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Pause and hand over full context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Guardrails for self-modifying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AI Agents in Depth, ch.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third rule is the write boundary, extended to the release gate.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398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55756"/>
                <a:gridCol w="7830098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Boundary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Evidence ≠ instructions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Web pages and tool output are untrusted. Summarize, version as a PR, review with another model family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Candidate ≠ production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New knowledge, prompts, Skills, code start where no traffic is served. Sandbox, scan, test, then canary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Safety is not self-modifiable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Validators, tests, thresholds, audit logs and backups are out of the agent's reach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same loop parts in three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Framework 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notes/10-framework-bindings.md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Look for where each framework puts the goal, the scorekeeper and the stop rules.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7221"/>
                <a:gridCol w="2996211"/>
                <a:gridCol w="2996211"/>
                <a:gridCol w="2996211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 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Google ADK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Vercel AI SDK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LangGraph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Agent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LoopAgent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ToolLoopAgent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create_agent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Checker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critic sub-agent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your check in a tool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RubricMiddleware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Early exit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escalate = True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stopWhen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edge to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END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Hard cap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max_iterations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stepCountIs(n)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recursion_limit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Durability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session state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WorkflowAgent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checkpointer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Trace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events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result.steps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LangSmith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ADK: the critic/refiner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Framework 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notes/10-framework-bindings.md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exit_loop(tool_context: ToolContext):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tool_context.actions.escalate = True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{}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critic = LlmAgent(name="CriticAgent",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instruction="Grade {draft} ...",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output_key="critique")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refiner = LlmAgent(name="RefinerAgent",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instruction="If {critique} is clean, 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  "call exit_loop. Else rewrite.",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tools=[exit_loop], output_key="draft")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refine = LoopAgent(name="Refine",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sub_agents=[critic, refiner],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max_iterations=5)       # backstop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Stopping is not automatic: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 sub-agent must set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escalate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output_key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writes state;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{draft}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reads it 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2999232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max_iterations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is the backstop,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not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the main exit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Rules of thumb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pillar on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21284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Goal and scorekeeper before anything runs. Go green once, then add parts.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2128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Scorekeeper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Deterministic first, out of the loop's write scope, some checks held out. The checker can say clean.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21284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Ratchet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score only goes up. One change per pass; save or roll back.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59352"/>
            <a:ext cx="82296" cy="221284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Long runs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State on disk, not in context. One item per session, leave the repo clean.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959352"/>
            <a:ext cx="82296" cy="2212848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Autonomy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Climb one rung at a time, each earned with a verifier you trust.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959352"/>
            <a:ext cx="82296" cy="221284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Stopping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Layered, independent exits. A cap is an escalation, never a success.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graph composes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05 — Graph engineering: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loops composed into nodes, edges and multi-agent topologies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16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9514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06 — Eval: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the scorekeeper as an eval artifact; graders, judges, Goodhart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1462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18104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Labs: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practice/exercises, 02-trajectory-verifier, 03-self-modifying-agent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3728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6344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Copy from the notes: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loop contract (09), loop state and ralph.sh (05), maker and checker prompts (03)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11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345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Read: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Li, AI Agents in Depth ch. 9; Karpathy's autoresearch; Osmani and Masood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758" y="1472184"/>
            <a:ext cx="4556016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758" y="1472184"/>
            <a:ext cx="4556016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1358" y="1472184"/>
            <a:ext cx="4098816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one idea to keep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1358" y="2231136"/>
            <a:ext cx="4053096" cy="38039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model supplies two lines of the loop. Everything else — the goal, the scorekeeper, the stop rules — is yours to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